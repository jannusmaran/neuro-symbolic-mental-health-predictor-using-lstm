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195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19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8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15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68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0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1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4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84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37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11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AB84F14-55D9-448B-A7E0-F4D5E0AD458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E09B759-9686-43F7-8094-6D8C73715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5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5FFA-A89B-E8B1-37BC-FBE82153C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Neuro-Symbolic Mental Health Predictor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15448-570F-31D5-1E9A-88CDFE165E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Capstone Project-II</a:t>
            </a:r>
          </a:p>
          <a:p>
            <a:endParaRPr lang="en-IN" dirty="0"/>
          </a:p>
          <a:p>
            <a:r>
              <a:rPr lang="en-IN" dirty="0"/>
              <a:t>By : JANNU SMARAN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762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60CB-B060-D221-D70E-10CD88B8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8405-F2AF-509D-42F5-DFDEBC877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Objective: To develop a Deep Learning model that accurately classifies text into four major emotional categories to identify potential mental health risks. </a:t>
            </a:r>
          </a:p>
          <a:p>
            <a:r>
              <a:rPr lang="en-US" sz="2000" dirty="0"/>
              <a:t>Scope: Focuses on multi-class classification using NLP and LSTM networks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64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D373-4655-1A7F-1D87-C0C2E574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EA36-F8FD-9A8A-6F16-5489D865B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main aim of this project is to build a system that can read text like messages or posts and understand a person’s mental condition.</a:t>
            </a:r>
          </a:p>
          <a:p>
            <a:r>
              <a:rPr lang="en-US" dirty="0"/>
              <a:t>It groups emotions into four types: Happy, Sad, Stress, and Anxiety, so it’s easier to understand how someone feels.</a:t>
            </a:r>
          </a:p>
          <a:p>
            <a:r>
              <a:rPr lang="en-US" dirty="0"/>
              <a:t>The model uses LSTM, which helps it understand the meaning of words based on their order in a sentence.</a:t>
            </a:r>
          </a:p>
          <a:p>
            <a:r>
              <a:rPr lang="en-US" dirty="0"/>
              <a:t>It looks for patterns in the way people write to find signs of mental stress or emotions.</a:t>
            </a:r>
          </a:p>
          <a:p>
            <a:r>
              <a:rPr lang="en-US" dirty="0"/>
              <a:t>Overall, the system helps in early awareness of mental health by analyzing text and giving useful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9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CD8D-2DDD-896F-EE3C-794BCF75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Dataset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DCB65-9E0F-F665-E2B1-DCC9C5F5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uses the </a:t>
            </a:r>
            <a:r>
              <a:rPr lang="en-US" b="1" dirty="0"/>
              <a:t>Go Emotions dataset</a:t>
            </a:r>
            <a:r>
              <a:rPr lang="en-US" dirty="0"/>
              <a:t>, which contains a large number of text samples taken from online conversations.</a:t>
            </a:r>
          </a:p>
          <a:p>
            <a:r>
              <a:rPr lang="en-US" dirty="0"/>
              <a:t>Each text is labeled with emotions, and there are </a:t>
            </a:r>
            <a:r>
              <a:rPr lang="en-US" b="1" dirty="0"/>
              <a:t>28 different emotion categories</a:t>
            </a:r>
            <a:r>
              <a:rPr lang="en-US" dirty="0"/>
              <a:t> such as joy, anger, sadness, fear, and more.</a:t>
            </a:r>
          </a:p>
          <a:p>
            <a:r>
              <a:rPr lang="en-US" dirty="0"/>
              <a:t>Since working with 28 emotions is complex, these are </a:t>
            </a:r>
            <a:r>
              <a:rPr lang="en-US" b="1" dirty="0"/>
              <a:t>grouped into 4 main categories</a:t>
            </a:r>
            <a:r>
              <a:rPr lang="en-US" dirty="0"/>
              <a:t>: Happy, Sad, Stress, and Anxiety for easier analysis.</a:t>
            </a:r>
          </a:p>
          <a:p>
            <a:r>
              <a:rPr lang="en-US" dirty="0"/>
              <a:t>The dataset is </a:t>
            </a:r>
            <a:r>
              <a:rPr lang="en-US" b="1" dirty="0"/>
              <a:t>text-based</a:t>
            </a:r>
            <a:r>
              <a:rPr lang="en-US" dirty="0"/>
              <a:t>, meaning the input is sentences or short messages.</a:t>
            </a:r>
          </a:p>
          <a:p>
            <a:r>
              <a:rPr lang="en-US" dirty="0"/>
              <a:t>It is also a </a:t>
            </a:r>
            <a:r>
              <a:rPr lang="en-US" b="1" dirty="0"/>
              <a:t>multi-label dataset</a:t>
            </a:r>
            <a:r>
              <a:rPr lang="en-US" dirty="0"/>
              <a:t>, which means a single text can have more than one emotion assigned to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80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3E27-DE35-C851-01ED-F0103C75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B4700-D70E-6790-11E8-E7800B29C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multi-label data is first converted into a single label for each text.</a:t>
            </a:r>
          </a:p>
          <a:p>
            <a:r>
              <a:rPr lang="en-US" dirty="0"/>
              <a:t>The 28 emotions are grouped into four categories: Happy, Sad, Stress, and Anxiety.</a:t>
            </a:r>
          </a:p>
          <a:p>
            <a:r>
              <a:rPr lang="en-US" dirty="0"/>
              <a:t>The text is cleaned and normalized to make it consistent.</a:t>
            </a:r>
          </a:p>
          <a:p>
            <a:r>
              <a:rPr lang="en-US" dirty="0"/>
              <a:t>The text is then tokenized into words using a tokenizer.</a:t>
            </a:r>
          </a:p>
          <a:p>
            <a:r>
              <a:rPr lang="en-US" dirty="0"/>
              <a:t>The words are converted into numerical sequences for the model.</a:t>
            </a:r>
          </a:p>
          <a:p>
            <a:r>
              <a:rPr lang="en-US" dirty="0"/>
              <a:t>Padding is applied to make all input sequences the same length.</a:t>
            </a:r>
          </a:p>
          <a:p>
            <a:r>
              <a:rPr lang="en-US" dirty="0"/>
              <a:t>The model is trained and evaluated using metrics like Accuracy, Precision, Recall, F1 Score, and 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62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B4C8-42F0-F714-2289-270137B7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C8EB-5B90-80F1-4377-583599382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SimpleRNN</a:t>
            </a:r>
            <a:endParaRPr lang="en-IN" dirty="0"/>
          </a:p>
          <a:p>
            <a:r>
              <a:rPr lang="en-IN" dirty="0"/>
              <a:t>LSTM(Long Short Term Memory)</a:t>
            </a:r>
          </a:p>
          <a:p>
            <a:r>
              <a:rPr lang="en-IN" b="1" dirty="0"/>
              <a:t>Model Architecture :</a:t>
            </a:r>
          </a:p>
          <a:p>
            <a:r>
              <a:rPr lang="en-IN" dirty="0"/>
              <a:t>Embedding layer</a:t>
            </a:r>
          </a:p>
          <a:p>
            <a:r>
              <a:rPr lang="en-IN" dirty="0" err="1"/>
              <a:t>SimpleRNN</a:t>
            </a:r>
            <a:r>
              <a:rPr lang="en-IN" dirty="0"/>
              <a:t>/LSTM / </a:t>
            </a:r>
            <a:r>
              <a:rPr lang="en-IN" dirty="0" err="1"/>
              <a:t>BiLSTM</a:t>
            </a:r>
            <a:endParaRPr lang="en-IN" dirty="0"/>
          </a:p>
          <a:p>
            <a:r>
              <a:rPr lang="en-IN" dirty="0"/>
              <a:t>Dense layers</a:t>
            </a:r>
          </a:p>
          <a:p>
            <a:r>
              <a:rPr lang="en-IN" dirty="0" err="1"/>
              <a:t>Softmax</a:t>
            </a:r>
            <a:r>
              <a:rPr lang="en-IN" dirty="0"/>
              <a:t> output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09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3097-0221-703E-755B-D6F25617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3EA1-CAFB-CFC7-13AE-71B4A9F01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Accuracy </a:t>
            </a:r>
          </a:p>
          <a:p>
            <a:r>
              <a:rPr lang="en-IN" dirty="0"/>
              <a:t>Precision</a:t>
            </a:r>
          </a:p>
          <a:p>
            <a:r>
              <a:rPr lang="en-IN" dirty="0"/>
              <a:t> Recall </a:t>
            </a:r>
          </a:p>
          <a:p>
            <a:r>
              <a:rPr lang="en-IN" dirty="0"/>
              <a:t>F1 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3AC26-14FC-F86C-2303-96F35C3A0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88" y="2638044"/>
            <a:ext cx="6020640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7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D77D-3CC8-BC9C-F714-BF26639E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26E03-7494-7BB3-4AB7-8FCBB6DB0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739" y="2537927"/>
            <a:ext cx="453606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61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38D2-4C74-544E-21B3-42D19D615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&amp; 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B6F8-918F-FCCD-5980-4D7F95DD8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is able to predict emotions from text effectively.</a:t>
            </a:r>
          </a:p>
          <a:p>
            <a:r>
              <a:rPr lang="en-US" dirty="0"/>
              <a:t>Using a balanced dataset improves the overall performance of the model.</a:t>
            </a:r>
          </a:p>
          <a:p>
            <a:r>
              <a:rPr lang="en-US" dirty="0"/>
              <a:t>There is some confusion between similar emotions like stress and anxiety.</a:t>
            </a:r>
          </a:p>
          <a:p>
            <a:r>
              <a:rPr lang="en-US" dirty="0"/>
              <a:t>The LSTM model works well for understanding text and detecting emotions.</a:t>
            </a:r>
          </a:p>
          <a:p>
            <a:r>
              <a:rPr lang="en-US" dirty="0"/>
              <a:t>Proper data preprocessing plays a very important role in getting good results.</a:t>
            </a:r>
          </a:p>
          <a:p>
            <a:r>
              <a:rPr lang="en-US" dirty="0"/>
              <a:t>The system can be useful for mental health awareness and early understanding of emotions.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81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96BF-4978-8FED-E3C2-90736FA7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Scope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BE385-6A78-CE1A-7324-C66AE2005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Use BERT / Transformers:</a:t>
            </a:r>
            <a:br>
              <a:rPr lang="en-US" dirty="0"/>
            </a:br>
            <a:r>
              <a:rPr lang="en-US" dirty="0"/>
              <a:t>Improve accuracy by using advanced models that understand text better than LSTM.</a:t>
            </a:r>
          </a:p>
          <a:p>
            <a:r>
              <a:rPr lang="en-US" b="1" dirty="0"/>
              <a:t>Multi-label Prediction:</a:t>
            </a:r>
            <a:br>
              <a:rPr lang="en-US" dirty="0"/>
            </a:br>
            <a:r>
              <a:rPr lang="en-US" dirty="0"/>
              <a:t>Allow the model to detect multiple emotions from a single text instead of just one.</a:t>
            </a:r>
          </a:p>
          <a:p>
            <a:r>
              <a:rPr lang="en-US" b="1" dirty="0"/>
              <a:t>Real-time Applications:</a:t>
            </a:r>
            <a:br>
              <a:rPr lang="en-US" dirty="0"/>
            </a:br>
            <a:r>
              <a:rPr lang="en-US" dirty="0"/>
              <a:t>Integrate the system into apps or social media to analyze emotions instantly.</a:t>
            </a:r>
          </a:p>
          <a:p>
            <a:r>
              <a:rPr lang="en-US" b="1" dirty="0"/>
              <a:t>Multimodal Data (Voice, Face):</a:t>
            </a:r>
            <a:br>
              <a:rPr lang="en-US" dirty="0"/>
            </a:br>
            <a:r>
              <a:rPr lang="en-US" dirty="0"/>
              <a:t>Combine text with voice and facial expressions for better mental health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82089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567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Neuro-Symbolic Mental Health Predictor</vt:lpstr>
      <vt:lpstr>Problem Statement </vt:lpstr>
      <vt:lpstr>Objective </vt:lpstr>
      <vt:lpstr> Dataset </vt:lpstr>
      <vt:lpstr>Methodology </vt:lpstr>
      <vt:lpstr>Models</vt:lpstr>
      <vt:lpstr>Evaluation Metrics</vt:lpstr>
      <vt:lpstr>Confusion Matrix</vt:lpstr>
      <vt:lpstr>Results &amp; Conclusion </vt:lpstr>
      <vt:lpstr>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JANNU SMARAN</dc:creator>
  <cp:lastModifiedBy>JANNU SMARAN</cp:lastModifiedBy>
  <cp:revision>2</cp:revision>
  <dcterms:created xsi:type="dcterms:W3CDTF">2026-04-27T11:21:50Z</dcterms:created>
  <dcterms:modified xsi:type="dcterms:W3CDTF">2026-04-27T11:40:57Z</dcterms:modified>
</cp:coreProperties>
</file>